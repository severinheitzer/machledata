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2212D5-BB6C-4D54-9C37-74BA05658D80}" v="12" dt="2026-04-06T14:14:29.8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tzer Severin (heitzsev)" userId="9e10e9ea-e567-484e-baf1-57616ffd9fec" providerId="ADAL" clId="{2BC90761-CA7C-43C1-91A8-C7CBE1B9E79A}"/>
    <pc:docChg chg="custSel modSld">
      <pc:chgData name="Heitzer Severin (heitzsev)" userId="9e10e9ea-e567-484e-baf1-57616ffd9fec" providerId="ADAL" clId="{2BC90761-CA7C-43C1-91A8-C7CBE1B9E79A}" dt="2026-04-06T14:13:46.920" v="81" actId="26606"/>
      <pc:docMkLst>
        <pc:docMk/>
      </pc:docMkLst>
      <pc:sldChg chg="addSp delSp modSp mod setBg">
        <pc:chgData name="Heitzer Severin (heitzsev)" userId="9e10e9ea-e567-484e-baf1-57616ffd9fec" providerId="ADAL" clId="{2BC90761-CA7C-43C1-91A8-C7CBE1B9E79A}" dt="2026-04-06T14:12:32.025" v="68" actId="26606"/>
        <pc:sldMkLst>
          <pc:docMk/>
          <pc:sldMk cId="170619278" sldId="258"/>
        </pc:sldMkLst>
        <pc:spChg chg="mod">
          <ac:chgData name="Heitzer Severin (heitzsev)" userId="9e10e9ea-e567-484e-baf1-57616ffd9fec" providerId="ADAL" clId="{2BC90761-CA7C-43C1-91A8-C7CBE1B9E79A}" dt="2026-04-06T14:12:32.025" v="68" actId="26606"/>
          <ac:spMkLst>
            <pc:docMk/>
            <pc:sldMk cId="170619278" sldId="258"/>
            <ac:spMk id="2" creationId="{4B8F50AA-CD52-7192-6EFE-6AA029C5EFBB}"/>
          </ac:spMkLst>
        </pc:spChg>
        <pc:spChg chg="add del mod">
          <ac:chgData name="Heitzer Severin (heitzsev)" userId="9e10e9ea-e567-484e-baf1-57616ffd9fec" providerId="ADAL" clId="{2BC90761-CA7C-43C1-91A8-C7CBE1B9E79A}" dt="2026-04-06T14:12:32.025" v="68" actId="26606"/>
          <ac:spMkLst>
            <pc:docMk/>
            <pc:sldMk cId="170619278" sldId="258"/>
            <ac:spMk id="3" creationId="{A9465D0C-35C3-697A-FD3A-2D76B97E1AC5}"/>
          </ac:spMkLst>
        </pc:spChg>
        <pc:spChg chg="add mod">
          <ac:chgData name="Heitzer Severin (heitzsev)" userId="9e10e9ea-e567-484e-baf1-57616ffd9fec" providerId="ADAL" clId="{2BC90761-CA7C-43C1-91A8-C7CBE1B9E79A}" dt="2026-04-06T14:07:49.517" v="4"/>
          <ac:spMkLst>
            <pc:docMk/>
            <pc:sldMk cId="170619278" sldId="258"/>
            <ac:spMk id="4" creationId="{4F8854EE-B2EE-8EE8-A0E6-E6E012C243DD}"/>
          </ac:spMkLst>
        </pc:spChg>
        <pc:spChg chg="add mod">
          <ac:chgData name="Heitzer Severin (heitzsev)" userId="9e10e9ea-e567-484e-baf1-57616ffd9fec" providerId="ADAL" clId="{2BC90761-CA7C-43C1-91A8-C7CBE1B9E79A}" dt="2026-04-06T14:08:15.574" v="6"/>
          <ac:spMkLst>
            <pc:docMk/>
            <pc:sldMk cId="170619278" sldId="258"/>
            <ac:spMk id="5" creationId="{3D97FE3C-7E92-7603-9162-3A4E36EC9496}"/>
          </ac:spMkLst>
        </pc:spChg>
        <pc:spChg chg="add">
          <ac:chgData name="Heitzer Severin (heitzsev)" userId="9e10e9ea-e567-484e-baf1-57616ffd9fec" providerId="ADAL" clId="{2BC90761-CA7C-43C1-91A8-C7CBE1B9E79A}" dt="2026-04-06T14:12:32.025" v="68" actId="26606"/>
          <ac:spMkLst>
            <pc:docMk/>
            <pc:sldMk cId="170619278" sldId="258"/>
            <ac:spMk id="12" creationId="{B712E947-0734-45F9-9C4F-41114EC3A33E}"/>
          </ac:spMkLst>
        </pc:spChg>
        <pc:spChg chg="add">
          <ac:chgData name="Heitzer Severin (heitzsev)" userId="9e10e9ea-e567-484e-baf1-57616ffd9fec" providerId="ADAL" clId="{2BC90761-CA7C-43C1-91A8-C7CBE1B9E79A}" dt="2026-04-06T14:12:32.025" v="68" actId="26606"/>
          <ac:spMkLst>
            <pc:docMk/>
            <pc:sldMk cId="170619278" sldId="258"/>
            <ac:spMk id="14" creationId="{5A65989E-BBD5-44D7-AA86-7AFD5D46BBC0}"/>
          </ac:spMkLst>
        </pc:spChg>
        <pc:spChg chg="add">
          <ac:chgData name="Heitzer Severin (heitzsev)" userId="9e10e9ea-e567-484e-baf1-57616ffd9fec" providerId="ADAL" clId="{2BC90761-CA7C-43C1-91A8-C7CBE1B9E79A}" dt="2026-04-06T14:12:32.025" v="68" actId="26606"/>
          <ac:spMkLst>
            <pc:docMk/>
            <pc:sldMk cId="170619278" sldId="258"/>
            <ac:spMk id="16" creationId="{231A2881-D8D7-4A7D-ACA3-E9F849F853D8}"/>
          </ac:spMkLst>
        </pc:spChg>
        <pc:picChg chg="add mod">
          <ac:chgData name="Heitzer Severin (heitzsev)" userId="9e10e9ea-e567-484e-baf1-57616ffd9fec" providerId="ADAL" clId="{2BC90761-CA7C-43C1-91A8-C7CBE1B9E79A}" dt="2026-04-06T14:12:32.025" v="68" actId="26606"/>
          <ac:picMkLst>
            <pc:docMk/>
            <pc:sldMk cId="170619278" sldId="258"/>
            <ac:picMk id="6" creationId="{5313FD73-8599-2999-C9EC-9461CF496FE5}"/>
          </ac:picMkLst>
        </pc:picChg>
        <pc:picChg chg="add mod">
          <ac:chgData name="Heitzer Severin (heitzsev)" userId="9e10e9ea-e567-484e-baf1-57616ffd9fec" providerId="ADAL" clId="{2BC90761-CA7C-43C1-91A8-C7CBE1B9E79A}" dt="2026-04-06T14:12:32.025" v="68" actId="26606"/>
          <ac:picMkLst>
            <pc:docMk/>
            <pc:sldMk cId="170619278" sldId="258"/>
            <ac:picMk id="7" creationId="{FA64D078-6047-4C64-35BB-B1351AED11FF}"/>
          </ac:picMkLst>
        </pc:picChg>
      </pc:sldChg>
      <pc:sldChg chg="addSp modSp mod setBg">
        <pc:chgData name="Heitzer Severin (heitzsev)" userId="9e10e9ea-e567-484e-baf1-57616ffd9fec" providerId="ADAL" clId="{2BC90761-CA7C-43C1-91A8-C7CBE1B9E79A}" dt="2026-04-06T14:12:44.387" v="71" actId="26606"/>
        <pc:sldMkLst>
          <pc:docMk/>
          <pc:sldMk cId="3482764732" sldId="259"/>
        </pc:sldMkLst>
        <pc:spChg chg="mod">
          <ac:chgData name="Heitzer Severin (heitzsev)" userId="9e10e9ea-e567-484e-baf1-57616ffd9fec" providerId="ADAL" clId="{2BC90761-CA7C-43C1-91A8-C7CBE1B9E79A}" dt="2026-04-06T14:12:44.387" v="71" actId="26606"/>
          <ac:spMkLst>
            <pc:docMk/>
            <pc:sldMk cId="3482764732" sldId="259"/>
            <ac:spMk id="2" creationId="{A51F642A-CDA4-EEC5-B1A9-DFE2C695086D}"/>
          </ac:spMkLst>
        </pc:spChg>
        <pc:spChg chg="mod">
          <ac:chgData name="Heitzer Severin (heitzsev)" userId="9e10e9ea-e567-484e-baf1-57616ffd9fec" providerId="ADAL" clId="{2BC90761-CA7C-43C1-91A8-C7CBE1B9E79A}" dt="2026-04-06T14:12:44.387" v="71" actId="26606"/>
          <ac:spMkLst>
            <pc:docMk/>
            <pc:sldMk cId="3482764732" sldId="259"/>
            <ac:spMk id="3" creationId="{76E8F697-EDE9-ACEA-A7F9-097FA7A30968}"/>
          </ac:spMkLst>
        </pc:spChg>
        <pc:spChg chg="add">
          <ac:chgData name="Heitzer Severin (heitzsev)" userId="9e10e9ea-e567-484e-baf1-57616ffd9fec" providerId="ADAL" clId="{2BC90761-CA7C-43C1-91A8-C7CBE1B9E79A}" dt="2026-04-06T14:12:44.387" v="71" actId="26606"/>
          <ac:spMkLst>
            <pc:docMk/>
            <pc:sldMk cId="3482764732" sldId="259"/>
            <ac:spMk id="10" creationId="{B712E947-0734-45F9-9C4F-41114EC3A33E}"/>
          </ac:spMkLst>
        </pc:spChg>
        <pc:spChg chg="add">
          <ac:chgData name="Heitzer Severin (heitzsev)" userId="9e10e9ea-e567-484e-baf1-57616ffd9fec" providerId="ADAL" clId="{2BC90761-CA7C-43C1-91A8-C7CBE1B9E79A}" dt="2026-04-06T14:12:44.387" v="71" actId="26606"/>
          <ac:spMkLst>
            <pc:docMk/>
            <pc:sldMk cId="3482764732" sldId="259"/>
            <ac:spMk id="12" creationId="{5A65989E-BBD5-44D7-AA86-7AFD5D46BBC0}"/>
          </ac:spMkLst>
        </pc:spChg>
        <pc:spChg chg="add">
          <ac:chgData name="Heitzer Severin (heitzsev)" userId="9e10e9ea-e567-484e-baf1-57616ffd9fec" providerId="ADAL" clId="{2BC90761-CA7C-43C1-91A8-C7CBE1B9E79A}" dt="2026-04-06T14:12:44.387" v="71" actId="26606"/>
          <ac:spMkLst>
            <pc:docMk/>
            <pc:sldMk cId="3482764732" sldId="259"/>
            <ac:spMk id="14" creationId="{231A2881-D8D7-4A7D-ACA3-E9F849F853D8}"/>
          </ac:spMkLst>
        </pc:spChg>
        <pc:picChg chg="add mod ord">
          <ac:chgData name="Heitzer Severin (heitzsev)" userId="9e10e9ea-e567-484e-baf1-57616ffd9fec" providerId="ADAL" clId="{2BC90761-CA7C-43C1-91A8-C7CBE1B9E79A}" dt="2026-04-06T14:12:44.387" v="71" actId="26606"/>
          <ac:picMkLst>
            <pc:docMk/>
            <pc:sldMk cId="3482764732" sldId="259"/>
            <ac:picMk id="4" creationId="{57DE6EE9-A7CB-4551-C9B7-848D6142A1FB}"/>
          </ac:picMkLst>
        </pc:picChg>
        <pc:picChg chg="add mod">
          <ac:chgData name="Heitzer Severin (heitzsev)" userId="9e10e9ea-e567-484e-baf1-57616ffd9fec" providerId="ADAL" clId="{2BC90761-CA7C-43C1-91A8-C7CBE1B9E79A}" dt="2026-04-06T14:12:44.387" v="71" actId="26606"/>
          <ac:picMkLst>
            <pc:docMk/>
            <pc:sldMk cId="3482764732" sldId="259"/>
            <ac:picMk id="5" creationId="{701B4CBE-65BB-1BD1-D2B2-59E0684F0B65}"/>
          </ac:picMkLst>
        </pc:picChg>
      </pc:sldChg>
      <pc:sldChg chg="addSp modSp mod setBg">
        <pc:chgData name="Heitzer Severin (heitzsev)" userId="9e10e9ea-e567-484e-baf1-57616ffd9fec" providerId="ADAL" clId="{2BC90761-CA7C-43C1-91A8-C7CBE1B9E79A}" dt="2026-04-06T14:12:55.011" v="73" actId="26606"/>
        <pc:sldMkLst>
          <pc:docMk/>
          <pc:sldMk cId="514008352" sldId="260"/>
        </pc:sldMkLst>
        <pc:spChg chg="mod">
          <ac:chgData name="Heitzer Severin (heitzsev)" userId="9e10e9ea-e567-484e-baf1-57616ffd9fec" providerId="ADAL" clId="{2BC90761-CA7C-43C1-91A8-C7CBE1B9E79A}" dt="2026-04-06T14:12:55.011" v="73" actId="26606"/>
          <ac:spMkLst>
            <pc:docMk/>
            <pc:sldMk cId="514008352" sldId="260"/>
            <ac:spMk id="2" creationId="{5DEDF04C-BC93-2548-B6E4-C8E2FA4D5D29}"/>
          </ac:spMkLst>
        </pc:spChg>
        <pc:spChg chg="mod">
          <ac:chgData name="Heitzer Severin (heitzsev)" userId="9e10e9ea-e567-484e-baf1-57616ffd9fec" providerId="ADAL" clId="{2BC90761-CA7C-43C1-91A8-C7CBE1B9E79A}" dt="2026-04-06T14:12:55.011" v="73" actId="26606"/>
          <ac:spMkLst>
            <pc:docMk/>
            <pc:sldMk cId="514008352" sldId="260"/>
            <ac:spMk id="3" creationId="{738DB2A1-F874-8821-74F1-43673D4492EA}"/>
          </ac:spMkLst>
        </pc:spChg>
        <pc:spChg chg="add">
          <ac:chgData name="Heitzer Severin (heitzsev)" userId="9e10e9ea-e567-484e-baf1-57616ffd9fec" providerId="ADAL" clId="{2BC90761-CA7C-43C1-91A8-C7CBE1B9E79A}" dt="2026-04-06T14:12:55.011" v="73" actId="26606"/>
          <ac:spMkLst>
            <pc:docMk/>
            <pc:sldMk cId="514008352" sldId="260"/>
            <ac:spMk id="9" creationId="{1B15ED52-F352-441B-82BF-E0EA34836D08}"/>
          </ac:spMkLst>
        </pc:spChg>
        <pc:spChg chg="add">
          <ac:chgData name="Heitzer Severin (heitzsev)" userId="9e10e9ea-e567-484e-baf1-57616ffd9fec" providerId="ADAL" clId="{2BC90761-CA7C-43C1-91A8-C7CBE1B9E79A}" dt="2026-04-06T14:12:55.011" v="73" actId="26606"/>
          <ac:spMkLst>
            <pc:docMk/>
            <pc:sldMk cId="514008352" sldId="260"/>
            <ac:spMk id="11" creationId="{61707E60-CEC9-4661-AA82-69242EB4BDC3}"/>
          </ac:spMkLst>
        </pc:spChg>
        <pc:spChg chg="add">
          <ac:chgData name="Heitzer Severin (heitzsev)" userId="9e10e9ea-e567-484e-baf1-57616ffd9fec" providerId="ADAL" clId="{2BC90761-CA7C-43C1-91A8-C7CBE1B9E79A}" dt="2026-04-06T14:12:55.011" v="73" actId="26606"/>
          <ac:spMkLst>
            <pc:docMk/>
            <pc:sldMk cId="514008352" sldId="260"/>
            <ac:spMk id="13" creationId="{8F035CD8-AE30-4146-96F2-036B0CE5E4F3}"/>
          </ac:spMkLst>
        </pc:spChg>
        <pc:picChg chg="add mod">
          <ac:chgData name="Heitzer Severin (heitzsev)" userId="9e10e9ea-e567-484e-baf1-57616ffd9fec" providerId="ADAL" clId="{2BC90761-CA7C-43C1-91A8-C7CBE1B9E79A}" dt="2026-04-06T14:12:55.011" v="73" actId="26606"/>
          <ac:picMkLst>
            <pc:docMk/>
            <pc:sldMk cId="514008352" sldId="260"/>
            <ac:picMk id="4" creationId="{F48E6D54-5379-8DED-F775-B02259173FA7}"/>
          </ac:picMkLst>
        </pc:picChg>
      </pc:sldChg>
      <pc:sldChg chg="addSp modSp mod setBg">
        <pc:chgData name="Heitzer Severin (heitzsev)" userId="9e10e9ea-e567-484e-baf1-57616ffd9fec" providerId="ADAL" clId="{2BC90761-CA7C-43C1-91A8-C7CBE1B9E79A}" dt="2026-04-06T14:13:05.038" v="75" actId="26606"/>
        <pc:sldMkLst>
          <pc:docMk/>
          <pc:sldMk cId="2815265135" sldId="261"/>
        </pc:sldMkLst>
        <pc:spChg chg="mod">
          <ac:chgData name="Heitzer Severin (heitzsev)" userId="9e10e9ea-e567-484e-baf1-57616ffd9fec" providerId="ADAL" clId="{2BC90761-CA7C-43C1-91A8-C7CBE1B9E79A}" dt="2026-04-06T14:13:05.038" v="75" actId="26606"/>
          <ac:spMkLst>
            <pc:docMk/>
            <pc:sldMk cId="2815265135" sldId="261"/>
            <ac:spMk id="2" creationId="{B8816E31-1236-3989-3448-FFBEAFAC99D4}"/>
          </ac:spMkLst>
        </pc:spChg>
        <pc:spChg chg="mod">
          <ac:chgData name="Heitzer Severin (heitzsev)" userId="9e10e9ea-e567-484e-baf1-57616ffd9fec" providerId="ADAL" clId="{2BC90761-CA7C-43C1-91A8-C7CBE1B9E79A}" dt="2026-04-06T14:13:05.038" v="75" actId="26606"/>
          <ac:spMkLst>
            <pc:docMk/>
            <pc:sldMk cId="2815265135" sldId="261"/>
            <ac:spMk id="3" creationId="{E95D7FE9-6898-F6B8-193C-FEE40AE789AE}"/>
          </ac:spMkLst>
        </pc:spChg>
        <pc:spChg chg="add">
          <ac:chgData name="Heitzer Severin (heitzsev)" userId="9e10e9ea-e567-484e-baf1-57616ffd9fec" providerId="ADAL" clId="{2BC90761-CA7C-43C1-91A8-C7CBE1B9E79A}" dt="2026-04-06T14:13:05.038" v="75" actId="26606"/>
          <ac:spMkLst>
            <pc:docMk/>
            <pc:sldMk cId="2815265135" sldId="261"/>
            <ac:spMk id="10" creationId="{B712E947-0734-45F9-9C4F-41114EC3A33E}"/>
          </ac:spMkLst>
        </pc:spChg>
        <pc:spChg chg="add">
          <ac:chgData name="Heitzer Severin (heitzsev)" userId="9e10e9ea-e567-484e-baf1-57616ffd9fec" providerId="ADAL" clId="{2BC90761-CA7C-43C1-91A8-C7CBE1B9E79A}" dt="2026-04-06T14:13:05.038" v="75" actId="26606"/>
          <ac:spMkLst>
            <pc:docMk/>
            <pc:sldMk cId="2815265135" sldId="261"/>
            <ac:spMk id="12" creationId="{5A65989E-BBD5-44D7-AA86-7AFD5D46BBC0}"/>
          </ac:spMkLst>
        </pc:spChg>
        <pc:spChg chg="add">
          <ac:chgData name="Heitzer Severin (heitzsev)" userId="9e10e9ea-e567-484e-baf1-57616ffd9fec" providerId="ADAL" clId="{2BC90761-CA7C-43C1-91A8-C7CBE1B9E79A}" dt="2026-04-06T14:13:05.038" v="75" actId="26606"/>
          <ac:spMkLst>
            <pc:docMk/>
            <pc:sldMk cId="2815265135" sldId="261"/>
            <ac:spMk id="14" creationId="{231A2881-D8D7-4A7D-ACA3-E9F849F853D8}"/>
          </ac:spMkLst>
        </pc:spChg>
        <pc:picChg chg="add mod ord">
          <ac:chgData name="Heitzer Severin (heitzsev)" userId="9e10e9ea-e567-484e-baf1-57616ffd9fec" providerId="ADAL" clId="{2BC90761-CA7C-43C1-91A8-C7CBE1B9E79A}" dt="2026-04-06T14:13:05.038" v="75" actId="26606"/>
          <ac:picMkLst>
            <pc:docMk/>
            <pc:sldMk cId="2815265135" sldId="261"/>
            <ac:picMk id="4" creationId="{7DD64025-11F1-2710-7230-54200A5D7FB6}"/>
          </ac:picMkLst>
        </pc:picChg>
        <pc:picChg chg="add mod">
          <ac:chgData name="Heitzer Severin (heitzsev)" userId="9e10e9ea-e567-484e-baf1-57616ffd9fec" providerId="ADAL" clId="{2BC90761-CA7C-43C1-91A8-C7CBE1B9E79A}" dt="2026-04-06T14:13:05.038" v="75" actId="26606"/>
          <ac:picMkLst>
            <pc:docMk/>
            <pc:sldMk cId="2815265135" sldId="261"/>
            <ac:picMk id="5" creationId="{0ED84804-C3BB-1670-CFD3-A765C257EF9F}"/>
          </ac:picMkLst>
        </pc:picChg>
      </pc:sldChg>
      <pc:sldChg chg="addSp modSp mod setBg">
        <pc:chgData name="Heitzer Severin (heitzsev)" userId="9e10e9ea-e567-484e-baf1-57616ffd9fec" providerId="ADAL" clId="{2BC90761-CA7C-43C1-91A8-C7CBE1B9E79A}" dt="2026-04-06T14:13:16.995" v="77" actId="26606"/>
        <pc:sldMkLst>
          <pc:docMk/>
          <pc:sldMk cId="176064766" sldId="262"/>
        </pc:sldMkLst>
        <pc:spChg chg="mod">
          <ac:chgData name="Heitzer Severin (heitzsev)" userId="9e10e9ea-e567-484e-baf1-57616ffd9fec" providerId="ADAL" clId="{2BC90761-CA7C-43C1-91A8-C7CBE1B9E79A}" dt="2026-04-06T14:13:16.995" v="77" actId="26606"/>
          <ac:spMkLst>
            <pc:docMk/>
            <pc:sldMk cId="176064766" sldId="262"/>
            <ac:spMk id="2" creationId="{701E4B07-DF60-C57E-2B9D-8950A60188AD}"/>
          </ac:spMkLst>
        </pc:spChg>
        <pc:spChg chg="mod">
          <ac:chgData name="Heitzer Severin (heitzsev)" userId="9e10e9ea-e567-484e-baf1-57616ffd9fec" providerId="ADAL" clId="{2BC90761-CA7C-43C1-91A8-C7CBE1B9E79A}" dt="2026-04-06T14:13:16.995" v="77" actId="26606"/>
          <ac:spMkLst>
            <pc:docMk/>
            <pc:sldMk cId="176064766" sldId="262"/>
            <ac:spMk id="3" creationId="{BE995095-1F2F-FEB5-207B-5B44BFCEE4C2}"/>
          </ac:spMkLst>
        </pc:spChg>
        <pc:spChg chg="add">
          <ac:chgData name="Heitzer Severin (heitzsev)" userId="9e10e9ea-e567-484e-baf1-57616ffd9fec" providerId="ADAL" clId="{2BC90761-CA7C-43C1-91A8-C7CBE1B9E79A}" dt="2026-04-06T14:13:16.995" v="77" actId="26606"/>
          <ac:spMkLst>
            <pc:docMk/>
            <pc:sldMk cId="176064766" sldId="262"/>
            <ac:spMk id="9" creationId="{979E27D9-03C7-44E2-9FF8-15D0C8506AF7}"/>
          </ac:spMkLst>
        </pc:spChg>
        <pc:spChg chg="add">
          <ac:chgData name="Heitzer Severin (heitzsev)" userId="9e10e9ea-e567-484e-baf1-57616ffd9fec" providerId="ADAL" clId="{2BC90761-CA7C-43C1-91A8-C7CBE1B9E79A}" dt="2026-04-06T14:13:16.995" v="77" actId="26606"/>
          <ac:spMkLst>
            <pc:docMk/>
            <pc:sldMk cId="176064766" sldId="262"/>
            <ac:spMk id="11" creationId="{EEBF1590-3B36-48EE-A89D-3B6F3CB256AB}"/>
          </ac:spMkLst>
        </pc:spChg>
        <pc:spChg chg="add">
          <ac:chgData name="Heitzer Severin (heitzsev)" userId="9e10e9ea-e567-484e-baf1-57616ffd9fec" providerId="ADAL" clId="{2BC90761-CA7C-43C1-91A8-C7CBE1B9E79A}" dt="2026-04-06T14:13:16.995" v="77" actId="26606"/>
          <ac:spMkLst>
            <pc:docMk/>
            <pc:sldMk cId="176064766" sldId="262"/>
            <ac:spMk id="13" creationId="{AC8F6C8C-AB5A-4548-942D-E3FD40ACBC49}"/>
          </ac:spMkLst>
        </pc:spChg>
        <pc:picChg chg="add mod">
          <ac:chgData name="Heitzer Severin (heitzsev)" userId="9e10e9ea-e567-484e-baf1-57616ffd9fec" providerId="ADAL" clId="{2BC90761-CA7C-43C1-91A8-C7CBE1B9E79A}" dt="2026-04-06T14:13:16.995" v="77" actId="26606"/>
          <ac:picMkLst>
            <pc:docMk/>
            <pc:sldMk cId="176064766" sldId="262"/>
            <ac:picMk id="4" creationId="{DC3C8DB7-710E-0979-1223-526072ED87CF}"/>
          </ac:picMkLst>
        </pc:picChg>
      </pc:sldChg>
      <pc:sldChg chg="addSp modSp mod setBg">
        <pc:chgData name="Heitzer Severin (heitzsev)" userId="9e10e9ea-e567-484e-baf1-57616ffd9fec" providerId="ADAL" clId="{2BC90761-CA7C-43C1-91A8-C7CBE1B9E79A}" dt="2026-04-06T14:13:33.898" v="79" actId="26606"/>
        <pc:sldMkLst>
          <pc:docMk/>
          <pc:sldMk cId="4227818057" sldId="263"/>
        </pc:sldMkLst>
        <pc:spChg chg="mod">
          <ac:chgData name="Heitzer Severin (heitzsev)" userId="9e10e9ea-e567-484e-baf1-57616ffd9fec" providerId="ADAL" clId="{2BC90761-CA7C-43C1-91A8-C7CBE1B9E79A}" dt="2026-04-06T14:13:33.898" v="79" actId="26606"/>
          <ac:spMkLst>
            <pc:docMk/>
            <pc:sldMk cId="4227818057" sldId="263"/>
            <ac:spMk id="2" creationId="{0F50551F-729B-A66A-ECAE-E5A52BC9D78C}"/>
          </ac:spMkLst>
        </pc:spChg>
        <pc:spChg chg="mod">
          <ac:chgData name="Heitzer Severin (heitzsev)" userId="9e10e9ea-e567-484e-baf1-57616ffd9fec" providerId="ADAL" clId="{2BC90761-CA7C-43C1-91A8-C7CBE1B9E79A}" dt="2026-04-06T14:13:33.898" v="79" actId="26606"/>
          <ac:spMkLst>
            <pc:docMk/>
            <pc:sldMk cId="4227818057" sldId="263"/>
            <ac:spMk id="3" creationId="{3F9E869F-423A-8A91-2AAD-96FC0F1EDA53}"/>
          </ac:spMkLst>
        </pc:spChg>
        <pc:spChg chg="add">
          <ac:chgData name="Heitzer Severin (heitzsev)" userId="9e10e9ea-e567-484e-baf1-57616ffd9fec" providerId="ADAL" clId="{2BC90761-CA7C-43C1-91A8-C7CBE1B9E79A}" dt="2026-04-06T14:13:33.898" v="79" actId="26606"/>
          <ac:spMkLst>
            <pc:docMk/>
            <pc:sldMk cId="4227818057" sldId="263"/>
            <ac:spMk id="9" creationId="{1B15ED52-F352-441B-82BF-E0EA34836D08}"/>
          </ac:spMkLst>
        </pc:spChg>
        <pc:spChg chg="add">
          <ac:chgData name="Heitzer Severin (heitzsev)" userId="9e10e9ea-e567-484e-baf1-57616ffd9fec" providerId="ADAL" clId="{2BC90761-CA7C-43C1-91A8-C7CBE1B9E79A}" dt="2026-04-06T14:13:33.898" v="79" actId="26606"/>
          <ac:spMkLst>
            <pc:docMk/>
            <pc:sldMk cId="4227818057" sldId="263"/>
            <ac:spMk id="11" creationId="{61707E60-CEC9-4661-AA82-69242EB4BDC3}"/>
          </ac:spMkLst>
        </pc:spChg>
        <pc:spChg chg="add">
          <ac:chgData name="Heitzer Severin (heitzsev)" userId="9e10e9ea-e567-484e-baf1-57616ffd9fec" providerId="ADAL" clId="{2BC90761-CA7C-43C1-91A8-C7CBE1B9E79A}" dt="2026-04-06T14:13:33.898" v="79" actId="26606"/>
          <ac:spMkLst>
            <pc:docMk/>
            <pc:sldMk cId="4227818057" sldId="263"/>
            <ac:spMk id="13" creationId="{8F035CD8-AE30-4146-96F2-036B0CE5E4F3}"/>
          </ac:spMkLst>
        </pc:spChg>
        <pc:picChg chg="add mod">
          <ac:chgData name="Heitzer Severin (heitzsev)" userId="9e10e9ea-e567-484e-baf1-57616ffd9fec" providerId="ADAL" clId="{2BC90761-CA7C-43C1-91A8-C7CBE1B9E79A}" dt="2026-04-06T14:13:33.898" v="79" actId="26606"/>
          <ac:picMkLst>
            <pc:docMk/>
            <pc:sldMk cId="4227818057" sldId="263"/>
            <ac:picMk id="4" creationId="{49738CEC-3C66-1D6D-A3D9-0FCA0A314178}"/>
          </ac:picMkLst>
        </pc:picChg>
      </pc:sldChg>
      <pc:sldChg chg="addSp modSp mod setBg">
        <pc:chgData name="Heitzer Severin (heitzsev)" userId="9e10e9ea-e567-484e-baf1-57616ffd9fec" providerId="ADAL" clId="{2BC90761-CA7C-43C1-91A8-C7CBE1B9E79A}" dt="2026-04-06T14:13:46.920" v="81" actId="26606"/>
        <pc:sldMkLst>
          <pc:docMk/>
          <pc:sldMk cId="2549158178" sldId="264"/>
        </pc:sldMkLst>
        <pc:spChg chg="mod">
          <ac:chgData name="Heitzer Severin (heitzsev)" userId="9e10e9ea-e567-484e-baf1-57616ffd9fec" providerId="ADAL" clId="{2BC90761-CA7C-43C1-91A8-C7CBE1B9E79A}" dt="2026-04-06T14:13:46.920" v="81" actId="26606"/>
          <ac:spMkLst>
            <pc:docMk/>
            <pc:sldMk cId="2549158178" sldId="264"/>
            <ac:spMk id="2" creationId="{7A50EA78-67C2-F9A7-4790-5C0BD342E9EC}"/>
          </ac:spMkLst>
        </pc:spChg>
        <pc:spChg chg="mod">
          <ac:chgData name="Heitzer Severin (heitzsev)" userId="9e10e9ea-e567-484e-baf1-57616ffd9fec" providerId="ADAL" clId="{2BC90761-CA7C-43C1-91A8-C7CBE1B9E79A}" dt="2026-04-06T14:13:46.920" v="81" actId="26606"/>
          <ac:spMkLst>
            <pc:docMk/>
            <pc:sldMk cId="2549158178" sldId="264"/>
            <ac:spMk id="3" creationId="{AFAB160B-EC0F-1592-1F0D-25A23B093EA7}"/>
          </ac:spMkLst>
        </pc:spChg>
        <pc:spChg chg="add">
          <ac:chgData name="Heitzer Severin (heitzsev)" userId="9e10e9ea-e567-484e-baf1-57616ffd9fec" providerId="ADAL" clId="{2BC90761-CA7C-43C1-91A8-C7CBE1B9E79A}" dt="2026-04-06T14:13:46.920" v="81" actId="26606"/>
          <ac:spMkLst>
            <pc:docMk/>
            <pc:sldMk cId="2549158178" sldId="264"/>
            <ac:spMk id="9" creationId="{1B15ED52-F352-441B-82BF-E0EA34836D08}"/>
          </ac:spMkLst>
        </pc:spChg>
        <pc:spChg chg="add">
          <ac:chgData name="Heitzer Severin (heitzsev)" userId="9e10e9ea-e567-484e-baf1-57616ffd9fec" providerId="ADAL" clId="{2BC90761-CA7C-43C1-91A8-C7CBE1B9E79A}" dt="2026-04-06T14:13:46.920" v="81" actId="26606"/>
          <ac:spMkLst>
            <pc:docMk/>
            <pc:sldMk cId="2549158178" sldId="264"/>
            <ac:spMk id="11" creationId="{61707E60-CEC9-4661-AA82-69242EB4BDC3}"/>
          </ac:spMkLst>
        </pc:spChg>
        <pc:spChg chg="add">
          <ac:chgData name="Heitzer Severin (heitzsev)" userId="9e10e9ea-e567-484e-baf1-57616ffd9fec" providerId="ADAL" clId="{2BC90761-CA7C-43C1-91A8-C7CBE1B9E79A}" dt="2026-04-06T14:13:46.920" v="81" actId="26606"/>
          <ac:spMkLst>
            <pc:docMk/>
            <pc:sldMk cId="2549158178" sldId="264"/>
            <ac:spMk id="13" creationId="{8F035CD8-AE30-4146-96F2-036B0CE5E4F3}"/>
          </ac:spMkLst>
        </pc:spChg>
        <pc:picChg chg="add mod">
          <ac:chgData name="Heitzer Severin (heitzsev)" userId="9e10e9ea-e567-484e-baf1-57616ffd9fec" providerId="ADAL" clId="{2BC90761-CA7C-43C1-91A8-C7CBE1B9E79A}" dt="2026-04-06T14:13:46.920" v="81" actId="26606"/>
          <ac:picMkLst>
            <pc:docMk/>
            <pc:sldMk cId="2549158178" sldId="264"/>
            <ac:picMk id="4" creationId="{ED9562C7-E502-0FCD-8B77-8346F9F100B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9C0C30-D2F3-8041-E05B-9481F1BF5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2C69A3-27DF-49E1-8EEF-3ECF91576E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A57507-05F0-4C80-829C-80E57349E738}" type="datetimeFigureOut">
              <a:rPr lang="de-CH" smtClean="0"/>
              <a:t>06.04.2026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04A5B9-43A2-4543-BD18-F0A13DEFDC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008A9-D5CA-3C4B-4881-8CB091B9DD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EB5C28-1ADF-421E-B3A3-C68D3F36806D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07159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F961F-FE32-48C8-BA9F-625F9AF5BD82}" type="datetimeFigureOut">
              <a:rPr lang="de-CH" smtClean="0"/>
              <a:t>06.04.2026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F54AE-07DF-4BD1-96D9-FC007899350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88056597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FA43E-6EA7-6C79-F791-B26BB1D4F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CBA08-17FE-5975-E732-458B27187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14820-2F69-0C92-E492-B3DB95F0C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8866A-DD22-4254-80B4-376F87ED2EEE}" type="datetime1">
              <a:rPr lang="de-CH" smtClean="0"/>
              <a:t>06.04.2026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1C8E1-6ACD-770C-75B6-8959B2A46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28FC5-34C6-8599-12EC-A00CF2D62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24840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A6488-2F21-B8F6-FB3B-A0248F20E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400D5-469D-7BEB-9601-C8E478F37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0E41E-29BE-E6E1-4848-149B9C22E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4AE98-3E70-433D-B868-3C95253AFC90}" type="datetime1">
              <a:rPr lang="de-CH" smtClean="0"/>
              <a:t>06.04.2026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B00F-2CD8-F7BF-3667-38B93E036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02BFC-7234-FAAD-A055-434CB4288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85671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A2E8E-7E00-553C-A065-C262275E8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8EEB-EB3A-3259-C55A-871AB52A1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A32E9-34F5-4F62-1E23-526E75A62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1AD62-7974-4E8F-A15B-172C56069E2F}" type="datetime1">
              <a:rPr lang="de-CH" smtClean="0"/>
              <a:t>06.04.2026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D92BF-2A02-44B6-9FCA-1C5F246E1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0B283-4A79-9E05-8E9A-ED80DBC4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2074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F5D89-F649-8B29-74EF-C1309A26F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FB4F5-5A78-3ACD-4923-FCD967FB5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A8ADAF-893D-814F-D148-F92044FED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65AF1-176D-C814-A3E3-FBFA1C13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2881-899B-40C0-B46C-2B84A92B438C}" type="datetime1">
              <a:rPr lang="de-CH" smtClean="0"/>
              <a:t>06.04.2026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57BB0-CD17-BCED-C8E5-F4ABD64EF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ED087-9DF2-7EE6-AFF6-A1E0DB145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82995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25FBE-4DC3-4610-86CF-0D0191BB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807A5-B41C-8058-F175-A57D2419A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EEC91-88BB-CFD5-DFEA-78EB06E53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CEE1F-AC06-71EC-8F70-805B88802D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2BE14C-4B43-E7C5-E82D-15A575245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27A00D-9656-9A46-0687-D505E2A33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66D8-C7EF-4216-AC01-1DDF2959BBC5}" type="datetime1">
              <a:rPr lang="de-CH" smtClean="0"/>
              <a:t>06.04.2026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3E7E7-4853-53F0-1B6F-24CEE8486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B04DAB-9AA1-E0B5-EEE4-D5A80E335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90045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ED0A5-6B9C-5AF2-5966-542FA3B84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BD36CC-C072-BE7F-7449-009478D6F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6B80-4189-440C-A50C-EF4F4B23588D}" type="datetime1">
              <a:rPr lang="de-CH" smtClean="0"/>
              <a:t>06.04.2026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AEC66-CD65-BBE5-B6BE-469E06B6C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D9EB7-57AC-9DDE-7FF9-0BD9159E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90997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7BD10B-464B-7F93-8671-5F396F2B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E94C-41F8-4E0E-8599-B450BEC4C44E}" type="datetime1">
              <a:rPr lang="de-CH" smtClean="0"/>
              <a:t>06.04.2026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D6571B-BF8A-FF13-ED21-C7F76717C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816EC-5BC4-2085-1FE9-4CEECDE3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55533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9A46-4406-A3F3-4BF7-1AC4D91B8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C2F59-D954-31EE-6055-E63B941AB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24C60-5234-85CD-229A-B24E913D8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DFDCD-5062-35C8-4ECD-B90F009D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A81DC-2240-4D6C-90EF-DCE3D8C6EE0F}" type="datetime1">
              <a:rPr lang="de-CH" smtClean="0"/>
              <a:t>06.04.2026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5D430-13A3-69B8-B5B7-5659D8C35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F9859-B442-595E-DB14-A04259D82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89270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D1BAC-D5CC-134E-2301-59780E8C8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C62B4F-766C-E86D-9270-0B98864779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D3571-044C-52D3-CDCD-DAE963C53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F171F-9D78-3C37-CF22-1E23F62CE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946C-05DF-473F-957F-BA461A5E364E}" type="datetime1">
              <a:rPr lang="de-CH" smtClean="0"/>
              <a:t>06.04.2026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247DF-63DA-1E80-2653-C99FC5D25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321F4-B280-269C-9BE5-024F7C9FD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74490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A156A-DE5D-C10D-FCDD-F0C1E677E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E2DDE-1FF9-8D17-2A20-D6950B239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82EF3-E7A6-1CA2-5042-CA53EF2DB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9381F-5B31-4322-82D2-C10247FB168D}" type="datetime1">
              <a:rPr lang="de-CH" smtClean="0"/>
              <a:t>06.04.2026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AC9D7-CA77-A79A-D100-4955AF4D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E939A-04E6-77E5-32F4-EFF2B68E4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37814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C72E50-3F42-AE48-A119-E80FCF06DB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747C1-8830-E26C-E177-73803E1E1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8AA10-12CD-80A6-F09C-D6D59DB41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3955-ADDB-482D-B22B-405D8C65C940}" type="datetime1">
              <a:rPr lang="de-CH" smtClean="0"/>
              <a:t>06.04.2026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5234A-D687-562A-81DF-7E28BC758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138A0-108E-F6A3-A5F4-C9E0946C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67117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D64D8-6726-EE67-4603-EEACF3BE5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239C0-815A-9F48-35AB-43F10F14A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10221-DF01-DAD1-F0F6-20F1DCF8F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8E889B-4919-46E0-B4BA-82A7F74A46F6}" type="datetime1">
              <a:rPr lang="de-CH" smtClean="0"/>
              <a:t>06.04.2026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C4898-4B2F-7CFD-D148-27671CF4B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844E7-BABB-DA4E-4DC9-610D0349F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513FC1-9092-4F2A-9D40-824597CED3CD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416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84AF-74BA-B1EC-38AB-9D4FD7F16C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MLOps</a:t>
            </a:r>
            <a:r>
              <a:rPr lang="de-DE" dirty="0"/>
              <a:t> Project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detection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YOLO</a:t>
            </a:r>
            <a:endParaRPr lang="de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8BAEC-572D-A36A-7E5D-8742C4ADAF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Group 1:</a:t>
            </a:r>
          </a:p>
          <a:p>
            <a:r>
              <a:rPr lang="de-DE" dirty="0"/>
              <a:t>Grundl Andrin, Werren Arjan, Freytag Lukas, Heitzer Severin</a:t>
            </a:r>
          </a:p>
          <a:p>
            <a:r>
              <a:rPr lang="de-DE" dirty="0" err="1"/>
              <a:t>Machine</a:t>
            </a:r>
            <a:r>
              <a:rPr lang="de-DE" dirty="0"/>
              <a:t> Learning and Data in Operation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63363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C4683-AEE0-D8E2-D071-15B5EAB20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Components and Tools</a:t>
            </a:r>
            <a:endParaRPr lang="de-CH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9EDC93-0DD3-99D6-91B7-927F0410AC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822877"/>
              </p:ext>
            </p:extLst>
          </p:nvPr>
        </p:nvGraphicFramePr>
        <p:xfrm>
          <a:off x="838200" y="1372027"/>
          <a:ext cx="10515600" cy="5001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537319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09420966"/>
                    </a:ext>
                  </a:extLst>
                </a:gridCol>
              </a:tblGrid>
              <a:tr h="387652">
                <a:tc>
                  <a:txBody>
                    <a:bodyPr/>
                    <a:lstStyle/>
                    <a:p>
                      <a:r>
                        <a:rPr lang="de-DE" dirty="0"/>
                        <a:t>Tool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Usecase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109602"/>
                  </a:ext>
                </a:extLst>
              </a:tr>
              <a:tr h="764622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Versioning</a:t>
                      </a:r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CI/CD</a:t>
                      </a:r>
                      <a:endParaRPr lang="de-CH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358706"/>
                  </a:ext>
                </a:extLst>
              </a:tr>
              <a:tr h="643301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Modelling</a:t>
                      </a:r>
                      <a:endParaRPr lang="de-CH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799245"/>
                  </a:ext>
                </a:extLst>
              </a:tr>
              <a:tr h="646890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Pipeline </a:t>
                      </a:r>
                      <a:r>
                        <a:rPr lang="de-DE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automation</a:t>
                      </a:r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/Workflows</a:t>
                      </a:r>
                      <a:endParaRPr lang="de-CH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263620"/>
                  </a:ext>
                </a:extLst>
              </a:tr>
              <a:tr h="627581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 err="1"/>
                        <a:t>Deployment</a:t>
                      </a:r>
                      <a:endParaRPr lang="de-CH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175150"/>
                  </a:ext>
                </a:extLst>
              </a:tr>
              <a:tr h="637236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Hosting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357459"/>
                  </a:ext>
                </a:extLst>
              </a:tr>
              <a:tr h="685511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Performance </a:t>
                      </a:r>
                      <a:r>
                        <a:rPr lang="de-DE" b="1" dirty="0" err="1"/>
                        <a:t>monitoring</a:t>
                      </a:r>
                      <a:r>
                        <a:rPr lang="de-DE" b="1" dirty="0"/>
                        <a:t> and </a:t>
                      </a:r>
                      <a:r>
                        <a:rPr lang="de-DE" b="1" dirty="0" err="1"/>
                        <a:t>tracking</a:t>
                      </a:r>
                      <a:endParaRPr lang="de-DE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770633"/>
                  </a:ext>
                </a:extLst>
              </a:tr>
              <a:tr h="608270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Data 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6452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ACBF1EC-EEAA-CCCC-111D-9011D743096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03816" y="1913738"/>
            <a:ext cx="1571592" cy="5345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17A955-C70A-14BC-777D-1D5982E71FE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97591" y="1807367"/>
            <a:ext cx="635145" cy="6351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F377B9-C059-6076-96A2-221DC35E2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1537" y="2521075"/>
            <a:ext cx="711200" cy="711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C25FCA-56C1-B282-F156-CFF81DA8039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50812" y="2684466"/>
            <a:ext cx="1477600" cy="3931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3532BB-2586-EC0C-C706-249E1FF675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002" y="3269727"/>
            <a:ext cx="1242435" cy="4799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0512A10-DFA8-A3E3-CE72-6BCE3C1825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4929" y="3933440"/>
            <a:ext cx="540471" cy="4624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EB5CF48-8F7A-BBC4-871A-E0E9866F5B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002" y="3901373"/>
            <a:ext cx="1283302" cy="4624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FC5ADF8-1EEF-D825-FDDD-A465B557A1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6170" y="4395879"/>
            <a:ext cx="1206885" cy="67887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1E4856C-1D7D-6611-4979-17A4D8877B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39232" y="5238675"/>
            <a:ext cx="900762" cy="49459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3FE4829-7F35-25EF-3231-A7F19C732D9B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39232" y="5828573"/>
            <a:ext cx="900762" cy="5072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EA645B-D522-682C-0F5B-36220969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3499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F50AA-CD52-7192-6EFE-6AA029C5E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457201"/>
            <a:ext cx="5814240" cy="1556870"/>
          </a:xfrm>
        </p:spPr>
        <p:txBody>
          <a:bodyPr anchor="b">
            <a:normAutofit/>
          </a:bodyPr>
          <a:lstStyle/>
          <a:p>
            <a:r>
              <a:rPr lang="de-DE" sz="4000"/>
              <a:t>Versioning &amp; CI/CD </a:t>
            </a:r>
            <a:endParaRPr lang="de-CH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65D0C-35C3-697A-FD3A-2D76B97E1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6" y="2277036"/>
            <a:ext cx="5814239" cy="3461155"/>
          </a:xfrm>
        </p:spPr>
        <p:txBody>
          <a:bodyPr>
            <a:normAutofit/>
          </a:bodyPr>
          <a:lstStyle/>
          <a:p>
            <a:r>
              <a:rPr lang="en-US" sz="2000" b="1"/>
              <a:t>Git-Driven Lifecycle: </a:t>
            </a:r>
            <a:r>
              <a:rPr lang="en-US" sz="2000"/>
              <a:t>Version control for all source code and configuration files, ensuring a "single source of truth" for the entire development team.</a:t>
            </a:r>
          </a:p>
          <a:p>
            <a:r>
              <a:rPr lang="en-US" sz="2000" b="1"/>
              <a:t>CI/CD Integration: </a:t>
            </a:r>
            <a:r>
              <a:rPr lang="en-US" sz="2000"/>
              <a:t>Automated testing and integration pipelines to validate code changes and ensure stable model deployments.</a:t>
            </a:r>
          </a:p>
          <a:p>
            <a:r>
              <a:rPr lang="en-US" sz="2000" b="1"/>
              <a:t>Collaborative Tracking:</a:t>
            </a:r>
            <a:r>
              <a:rPr lang="en-US" sz="2000"/>
              <a:t> Managed history of changes allowing for easy rollbacks and transparent collaboration across all group members.</a:t>
            </a:r>
            <a:endParaRPr lang="de-CH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13FD73-8599-2999-C9EC-9461CF496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766" y="1273254"/>
            <a:ext cx="3712869" cy="1262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64D078-6047-4C64-35BB-B1351AED1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213" y="3375824"/>
            <a:ext cx="2243263" cy="224326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65C4E4-A5DB-CD99-ECBB-AE0EADB3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0619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F642A-CDA4-EEC5-B1A9-DFE2C6950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457201"/>
            <a:ext cx="5814240" cy="1556870"/>
          </a:xfrm>
        </p:spPr>
        <p:txBody>
          <a:bodyPr anchor="b">
            <a:normAutofit/>
          </a:bodyPr>
          <a:lstStyle/>
          <a:p>
            <a:r>
              <a:rPr lang="de-DE" sz="4000"/>
              <a:t>Modelling </a:t>
            </a:r>
            <a:endParaRPr lang="de-CH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8F697-EDE9-ACEA-A7F9-097FA7A30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6" y="2277036"/>
            <a:ext cx="5814239" cy="3461155"/>
          </a:xfrm>
        </p:spPr>
        <p:txBody>
          <a:bodyPr>
            <a:normAutofit/>
          </a:bodyPr>
          <a:lstStyle/>
          <a:p>
            <a:r>
              <a:rPr lang="en-US" sz="2000" b="1"/>
              <a:t>State-of-the-Art Detection: </a:t>
            </a:r>
            <a:r>
              <a:rPr lang="en-US" sz="2000"/>
              <a:t>Utilizing YOLO (You Only Look Once) architectures for real-time, high-accuracy object detection performance.</a:t>
            </a:r>
          </a:p>
          <a:p>
            <a:r>
              <a:rPr lang="en-US" sz="2000" b="1"/>
              <a:t>Hugging Face Ecosystem: </a:t>
            </a:r>
            <a:r>
              <a:rPr lang="en-US" sz="2000"/>
              <a:t>Leveraging pre-trained models and the Transformers library to accelerate development and fine-tuning.</a:t>
            </a:r>
          </a:p>
          <a:p>
            <a:r>
              <a:rPr lang="en-US" sz="2000" b="1"/>
              <a:t>Optimized Training: </a:t>
            </a:r>
            <a:r>
              <a:rPr lang="en-US" sz="2000"/>
              <a:t>Efficient model selection and hyperparameter tuning to balance detection speed with mean Average Precision (mAP).</a:t>
            </a:r>
            <a:endParaRPr lang="de-CH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1B4CBE-65BB-1BD1-D2B2-59E0684F0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766" y="1410528"/>
            <a:ext cx="3712869" cy="9878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DE6EE9-A7CB-4551-C9B7-848D6142A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213" y="3375824"/>
            <a:ext cx="2243263" cy="224326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CD740-0A32-F5D8-80E5-D9FE0F3A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82764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EDF04C-BC93-2548-B6E4-C8E2FA4D5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1640180"/>
          </a:xfrm>
        </p:spPr>
        <p:txBody>
          <a:bodyPr anchor="b">
            <a:normAutofit/>
          </a:bodyPr>
          <a:lstStyle/>
          <a:p>
            <a:r>
              <a:rPr lang="de-DE" sz="4000"/>
              <a:t>Pipeline &amp; workflow automation</a:t>
            </a:r>
            <a:endParaRPr lang="de-CH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DB2A1-F874-8821-74F1-43673D449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717" y="2423821"/>
            <a:ext cx="5929422" cy="3519780"/>
          </a:xfrm>
        </p:spPr>
        <p:txBody>
          <a:bodyPr>
            <a:normAutofit/>
          </a:bodyPr>
          <a:lstStyle/>
          <a:p>
            <a:r>
              <a:rPr lang="en-US" sz="2000" b="1"/>
              <a:t>DAG-Based Orchestration: </a:t>
            </a:r>
            <a:r>
              <a:rPr lang="en-US" sz="2000"/>
              <a:t>Programmatic management of complex ML workflows using Directed Acyclic Graphs (DAGs) for clear task dependency.</a:t>
            </a:r>
          </a:p>
          <a:p>
            <a:r>
              <a:rPr lang="en-US" sz="2000" b="1"/>
              <a:t>Scalable Scheduling: </a:t>
            </a:r>
            <a:r>
              <a:rPr lang="en-US" sz="2000"/>
              <a:t>Automated execution of data ingestion, preprocessing, and training tasks at scale.</a:t>
            </a:r>
          </a:p>
          <a:p>
            <a:r>
              <a:rPr lang="en-US" sz="2000" b="1"/>
              <a:t>Failure Handling: </a:t>
            </a:r>
            <a:r>
              <a:rPr lang="en-US" sz="2000"/>
              <a:t>Built-in retry logic and monitoring to ensure pipeline robustness and minimize manual intervention during errors.</a:t>
            </a:r>
            <a:endParaRPr lang="de-CH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8E6D54-5379-8DED-F775-B02259173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506" y="2645709"/>
            <a:ext cx="3765176" cy="14590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9E68BF-50C5-0E64-65A2-C9554DCBD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14008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816E31-1236-3989-3448-FFBEAFAC9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457201"/>
            <a:ext cx="5814240" cy="1556870"/>
          </a:xfrm>
        </p:spPr>
        <p:txBody>
          <a:bodyPr anchor="b">
            <a:normAutofit/>
          </a:bodyPr>
          <a:lstStyle/>
          <a:p>
            <a:r>
              <a:rPr lang="de-DE" sz="4000"/>
              <a:t>Deployment</a:t>
            </a:r>
            <a:endParaRPr lang="de-CH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D7FE9-6898-F6B8-193C-FEE40AE78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6" y="2277036"/>
            <a:ext cx="5814239" cy="3461155"/>
          </a:xfrm>
        </p:spPr>
        <p:txBody>
          <a:bodyPr>
            <a:normAutofit/>
          </a:bodyPr>
          <a:lstStyle/>
          <a:p>
            <a:r>
              <a:rPr lang="en-US" sz="2000" b="1"/>
              <a:t>Containerized Portability: </a:t>
            </a:r>
            <a:r>
              <a:rPr lang="en-US" sz="2000"/>
              <a:t>Packaging the model and dependencies into Docker containers for consistent execution across any infrastructure.</a:t>
            </a:r>
          </a:p>
          <a:p>
            <a:r>
              <a:rPr lang="en-US" sz="2000" b="1"/>
              <a:t>High-Performance Serving: </a:t>
            </a:r>
            <a:r>
              <a:rPr lang="en-US" sz="2000"/>
              <a:t>FastAPI provides lightweight, asynchronous endpoints for low-latency inference requests.</a:t>
            </a:r>
          </a:p>
          <a:p>
            <a:r>
              <a:rPr lang="en-US" sz="2000" b="1"/>
              <a:t>Scalable Architecture: </a:t>
            </a:r>
            <a:r>
              <a:rPr lang="en-US" sz="2000"/>
              <a:t>Simplified scaling of inference services through container orchestration and efficient REST API design.</a:t>
            </a:r>
            <a:endParaRPr lang="de-CH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D84804-C3BB-1670-CFD3-A765C257E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766" y="1236125"/>
            <a:ext cx="3712869" cy="1336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D64025-11F1-2710-7230-54200A5D7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995" y="3375824"/>
            <a:ext cx="2623699" cy="224326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B1CAE-A28F-0494-33E4-AF904025B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15265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E4B07-DF60-C57E-2B9D-8950A6018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de-DE" sz="4000"/>
              <a:t>Hosting</a:t>
            </a:r>
            <a:endParaRPr lang="de-CH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95095-1F2F-FEB5-207B-5B44BFCEE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r>
              <a:rPr lang="de-CH" sz="2000" b="1"/>
              <a:t>Enterprise Infrastructure: </a:t>
            </a:r>
            <a:r>
              <a:rPr lang="de-CH" sz="2000"/>
              <a:t>Leveraging Google Cloud Platform (GCP) for reliable, high-availability hosting of the project services.</a:t>
            </a:r>
          </a:p>
          <a:p>
            <a:r>
              <a:rPr lang="de-CH" sz="2000" b="1"/>
              <a:t>On-Demand Compute: </a:t>
            </a:r>
            <a:r>
              <a:rPr lang="de-CH" sz="2000"/>
              <a:t>Flexible access to GPU and CPU resources to handle varying training and inference workloads.</a:t>
            </a:r>
          </a:p>
          <a:p>
            <a:r>
              <a:rPr lang="de-CH" sz="2000" b="1"/>
              <a:t>Integrated Ecosystem: </a:t>
            </a:r>
            <a:r>
              <a:rPr lang="de-CH" sz="2000"/>
              <a:t>Seamless connectivity between hosting services and other cloud-native data tools.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C8DB7-710E-0979-1223-526072ED8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442" y="1759334"/>
            <a:ext cx="5201023" cy="29255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2E106-56F7-9B35-A365-5DECE2C16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6064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50551F-729B-A66A-ECAE-E5A52BC9D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1640180"/>
          </a:xfrm>
        </p:spPr>
        <p:txBody>
          <a:bodyPr anchor="b">
            <a:normAutofit/>
          </a:bodyPr>
          <a:lstStyle/>
          <a:p>
            <a:r>
              <a:rPr lang="de-DE" sz="4000"/>
              <a:t>Performance monitoring and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E869F-423A-8A91-2AAD-96FC0F1ED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717" y="2423821"/>
            <a:ext cx="5929422" cy="3519780"/>
          </a:xfrm>
        </p:spPr>
        <p:txBody>
          <a:bodyPr>
            <a:normAutofit/>
          </a:bodyPr>
          <a:lstStyle/>
          <a:p>
            <a:r>
              <a:rPr lang="en-US" sz="2000" b="1"/>
              <a:t>Interactive Dashboards: </a:t>
            </a:r>
            <a:r>
              <a:rPr lang="en-US" sz="2000"/>
              <a:t>Rapidly deployed Streamlit applications to visualize model performance and real-time detection results.</a:t>
            </a:r>
          </a:p>
          <a:p>
            <a:r>
              <a:rPr lang="en-US" sz="2000" b="1"/>
              <a:t>User-Centric Feedback: </a:t>
            </a:r>
            <a:r>
              <a:rPr lang="en-US" sz="2000"/>
              <a:t>Simple interface for stakeholders to interact with the model and review detection accuracy.</a:t>
            </a:r>
          </a:p>
          <a:p>
            <a:r>
              <a:rPr lang="en-US" sz="2000" b="1"/>
              <a:t>Live Metrics: </a:t>
            </a:r>
            <a:r>
              <a:rPr lang="en-US" sz="2000"/>
              <a:t>Dynamic tracking of key performance indicators (KPIs) to monitor the health and drift of the deployed model.</a:t>
            </a:r>
            <a:endParaRPr lang="de-CH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738CEC-3C66-1D6D-A3D9-0FCA0A314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506" y="2339789"/>
            <a:ext cx="3765176" cy="20708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34F85-A201-AA9F-A7D6-3DC092C64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27818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0EA78-67C2-F9A7-4790-5C0BD342E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1640180"/>
          </a:xfrm>
        </p:spPr>
        <p:txBody>
          <a:bodyPr anchor="b">
            <a:normAutofit/>
          </a:bodyPr>
          <a:lstStyle/>
          <a:p>
            <a:r>
              <a:rPr lang="de-DE" sz="4000"/>
              <a:t>Data Source</a:t>
            </a:r>
            <a:endParaRPr lang="de-CH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B160B-EC0F-1592-1F0D-25A23B093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717" y="2423821"/>
            <a:ext cx="5929422" cy="3519780"/>
          </a:xfrm>
        </p:spPr>
        <p:txBody>
          <a:bodyPr>
            <a:normAutofit/>
          </a:bodyPr>
          <a:lstStyle/>
          <a:p>
            <a:r>
              <a:rPr lang="en-US" sz="2000" b="1"/>
              <a:t>Serverless Data Warehousing: </a:t>
            </a:r>
            <a:r>
              <a:rPr lang="en-US" sz="2000"/>
              <a:t>Scalable storage and management of large-scale datasets without infrastructure overhead.</a:t>
            </a:r>
          </a:p>
          <a:p>
            <a:r>
              <a:rPr lang="en-US" sz="2000" b="1"/>
              <a:t>High-Speed SQL Queries: </a:t>
            </a:r>
            <a:r>
              <a:rPr lang="en-US" sz="2000"/>
              <a:t>Rapid analysis and extraction of training data using BigQuery’s distributed processing engine.</a:t>
            </a:r>
          </a:p>
          <a:p>
            <a:r>
              <a:rPr lang="en-US" sz="2000" b="1"/>
              <a:t>Seamless ML Integration: </a:t>
            </a:r>
            <a:r>
              <a:rPr lang="en-US" sz="2000"/>
              <a:t>Easy data delivery to the training pipeline, ensuring high-quality data is ready for the next improvement cycle.</a:t>
            </a:r>
            <a:endParaRPr lang="de-CH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9562C7-E502-0FCD-8B77-8346F9F10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506" y="2316256"/>
            <a:ext cx="3765176" cy="211791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F2587E-057C-585D-FB50-6AEFFF69B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3FC1-9092-4F2A-9D40-824597CED3CD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49158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MLOps Project for Object detection with YOLO</vt:lpstr>
      <vt:lpstr>Components and Tools</vt:lpstr>
      <vt:lpstr>Versioning &amp; CI/CD </vt:lpstr>
      <vt:lpstr>Modelling </vt:lpstr>
      <vt:lpstr>Pipeline &amp; workflow automation</vt:lpstr>
      <vt:lpstr>Deployment</vt:lpstr>
      <vt:lpstr>Hosting</vt:lpstr>
      <vt:lpstr>Performance monitoring and tracking</vt:lpstr>
      <vt:lpstr>Data Source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Heitzer Severin (heitzsev)</dc:creator>
  <cp:lastModifiedBy>Heitzer Severin (heitzsev)</cp:lastModifiedBy>
  <cp:revision>1</cp:revision>
  <dcterms:created xsi:type="dcterms:W3CDTF">2026-04-06T13:20:58Z</dcterms:created>
  <dcterms:modified xsi:type="dcterms:W3CDTF">2026-04-06T14:14:38Z</dcterms:modified>
</cp:coreProperties>
</file>